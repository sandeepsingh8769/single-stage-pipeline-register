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C9DF6-6CE8-A42C-CD30-E5DE98984B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12FD82-4F42-D26B-805D-BACC0147AA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595FE-FF24-8139-9597-B2754FBD4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C8385-8B8F-44FE-9513-342C53681B32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9789D-C59C-53A2-9C8D-A80B9D50D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AF883-A4E2-8C82-522B-8B032FA70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0EB5-4515-48BF-A5A7-C6D43D35A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369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08066-B3C6-1C38-09BC-7EE279ED9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7C854-F84B-A994-2464-381B3D4D7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2B6E5-1DD3-21A5-71E2-6DEB86BC1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C8385-8B8F-44FE-9513-342C53681B32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D7639-99D5-DEE6-D373-FF727AC86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9A7E8-C903-ECE4-EDCC-0F8F676EE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0EB5-4515-48BF-A5A7-C6D43D35A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02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3E8B8-D71E-CF12-B206-F0CCB5981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4013E4-46A6-0C0A-38F4-8B8C00545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CCD4B-09F4-6F5E-6135-C99A74E91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C8385-8B8F-44FE-9513-342C53681B32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27BCA-7B40-6CCC-C609-045558DA6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A8182-142E-4DC5-1E36-B5F4A0E5B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0EB5-4515-48BF-A5A7-C6D43D35A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1099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228E9-3FC4-6F23-6830-8696C57CC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367DC-8E47-FD5D-F9E8-0E1A70FD56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D6FF71-892C-E666-9D8C-2B9116AA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316240-17B9-D14F-2431-5702CD949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C8385-8B8F-44FE-9513-342C53681B32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BD8BE-1CEA-0E4E-5452-DDEB786AD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2C3DFF-E117-4E63-73AA-6E040A37D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0EB5-4515-48BF-A5A7-C6D43D35A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934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30339-8389-9965-6B9B-DAC69BB39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BB01C-47D3-F40F-0E16-4A9A8FB19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0EA7E6-4ADD-975F-E971-03B69770E2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03D9E8-4DDC-A002-2D1E-D55F3D875C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AEEF6F-AF85-0BA7-87C3-B4DF6D239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8E5AC0-23E0-6510-668E-D73528E91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C8385-8B8F-44FE-9513-342C53681B32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F92845-8C03-6D6A-EACF-5B2B1017B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02EFCF-B8E8-0A61-A4D1-E9BBF216F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0EB5-4515-48BF-A5A7-C6D43D35A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7900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6C476-ACEF-1FDD-0318-D05CD945E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4A025F-9FF1-C244-A9F1-D91D28435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C8385-8B8F-44FE-9513-342C53681B32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7A8502-DA76-6390-24E3-0CF5BAF7C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DB774F-800F-0E4A-964C-1EB84EED1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0EB5-4515-48BF-A5A7-C6D43D35A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295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7F12C8-99F2-B7AA-F0A3-AC959E40C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C8385-8B8F-44FE-9513-342C53681B32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E19F87-A1A9-9961-12FB-B76E03DF9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3D8B96-AC31-A5A4-C4BD-DE29E23AC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0EB5-4515-48BF-A5A7-C6D43D35A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334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21BEC-96B0-6D08-6353-D69636696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A7219-E290-FE97-7C47-8A3AFF077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311F35-C4E6-A5FC-F59E-984798544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47BA48-AB63-4912-2BDF-3AD06BE5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C8385-8B8F-44FE-9513-342C53681B32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877BE0-46A8-B509-2729-421E70F21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9ECC17-5F6E-735E-11AA-50CC0BB1E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0EB5-4515-48BF-A5A7-C6D43D35A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058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FDABA-FCEB-D1C9-FDDF-1CB051D03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CCA5CE-AD56-A74B-70E2-15BE68FCD2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B5A491-E9CF-76F2-A55B-93260460AA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17A65-5E85-5C7E-AAD3-638C58163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C8385-8B8F-44FE-9513-342C53681B32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6BE4D8-A501-B2CA-F44F-D882F8318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C091D7-DE0E-9D50-B2DB-BC27B883C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0EB5-4515-48BF-A5A7-C6D43D35A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1941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79ACB-B09D-1B95-B7D9-4DDF1385B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205614-6AE1-D8DA-2536-45A929F45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3930F-EC8D-C218-89CF-4A9AFBF20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C8385-8B8F-44FE-9513-342C53681B32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7B84F-2B0A-6F4C-EBFA-51308D220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68BE1-0C1A-A818-9E10-788E342BF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0EB5-4515-48BF-A5A7-C6D43D35A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7522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D8CB88-A831-6507-F30A-890EBE7B0A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370683-6636-83E4-050F-4A7DCC555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DEBA2-A419-2590-39E3-148945905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C8385-8B8F-44FE-9513-342C53681B32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2CBC2-B57B-8A2C-6855-B32566F43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C52E1-E9F6-ADDF-F228-2D0EC6008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0EB5-4515-48BF-A5A7-C6D43D35A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881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CC74E8-E449-5663-0343-C9E83D316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E01B3-8EFB-D341-FF08-C0B78119C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DEE3C-A718-D042-E51F-5C39A563C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BC8385-8B8F-44FE-9513-342C53681B32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86864-14E5-3E84-BA17-81189C5597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FBA62-786F-191C-CB6C-1662634841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760EB5-4515-48BF-A5A7-C6D43D35A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593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53EC927-4D2C-3D77-BCDC-E77FA3450C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7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917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SANDEEP SINGH</dc:creator>
  <cp:lastModifiedBy>SANDEEP SINGH</cp:lastModifiedBy>
  <cp:revision>1</cp:revision>
  <dcterms:created xsi:type="dcterms:W3CDTF">2026-02-04T21:07:28Z</dcterms:created>
  <dcterms:modified xsi:type="dcterms:W3CDTF">2026-02-04T22:26:34Z</dcterms:modified>
</cp:coreProperties>
</file>