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0EFFD-ECF1-267B-9A6B-2B0ED25BD6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62D85-5BA7-73FC-45EC-6488CCEF2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19DAD-7D9F-ED09-094A-D0A9B1D10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0AE11-1B2A-4EB9-A44F-773292C7C37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CEB1E-34CA-99EA-B5EE-D65A18AF8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DAB90-E2C0-F8BC-9D39-32B12F812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03293-170C-49FD-AA28-D3B1ECC97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492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AAE1B-2E14-BA62-8784-1455944A4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A15EA-D0F4-777F-CD9C-FB86B3DB2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F0E52-FCA3-8BC9-5DD8-6702CA0AB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0AE11-1B2A-4EB9-A44F-773292C7C37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E3EB5-5401-46EF-64CD-C2B7E7F8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1813B-0571-5DEC-503A-64EA3D5E5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03293-170C-49FD-AA28-D3B1ECC97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835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C179D-6B79-244D-33B9-902BE256A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3642FC-CC4B-295F-BFDD-342A24D84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D8DC6-3A53-41EC-1262-CBFBD5BA3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0AE11-1B2A-4EB9-A44F-773292C7C37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2E051-EEF4-2A58-105D-E8AE4134E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C773E-AF6C-A276-0DF2-D1EE3F163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03293-170C-49FD-AA28-D3B1ECC97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333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643F3-C29D-6822-44DF-75C9BF124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B16C4-6191-2728-0A08-662EA5BFFD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DD85ED-AD32-1BD4-FCDE-9FF2C1E4F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B7D8C-5403-7583-B31A-3A56118B6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0AE11-1B2A-4EB9-A44F-773292C7C37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D020A-0973-65F2-CBBA-C95133AE3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057B5-BF4F-3BDD-6BB5-3AA114A0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03293-170C-49FD-AA28-D3B1ECC97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187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BB7DE-1E19-F663-0DD2-3AFA768C7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1ECBB-CFB0-45E6-9C0F-559D08F6F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BEF65-5B28-F080-6E8D-042C861255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9DF295-DD64-37C9-C425-43DA8BBDB1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30B075-D5E2-4EA5-AC0C-CDAD8439D4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CD1745-C7E1-A34D-C69C-E5FF66149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0AE11-1B2A-4EB9-A44F-773292C7C37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3DD0A-5C83-8A21-57D1-A7F3329D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6FD1F8-93D0-DE10-2DBC-FD0A896A8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03293-170C-49FD-AA28-D3B1ECC97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504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2E794-51C8-CA4A-3634-08E0B0438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096A00-E42B-2E52-39FB-CA7EC845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0AE11-1B2A-4EB9-A44F-773292C7C37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01E2BC-84B2-C8BD-C08C-8F093D9BF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1930E-425E-DE79-ABCE-5F5C6CB6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03293-170C-49FD-AA28-D3B1ECC97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6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4E4F9-2C0C-B6BE-7404-387219DB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0AE11-1B2A-4EB9-A44F-773292C7C37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4278DF-BBB0-A420-62E4-DA990731B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DE4CE-6D1E-C2DE-424F-B5DA5DCF9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03293-170C-49FD-AA28-D3B1ECC97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721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1E4C3-DCE5-2437-4674-104E6424A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694C0-FCD8-B305-6B3A-F69B7A15F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A8814B-E508-FD0C-A83D-4D989CE355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CDD52-6640-B01F-C67C-C6C00B494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0AE11-1B2A-4EB9-A44F-773292C7C37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519B1-C501-82F7-1214-1150C9B50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CECA4-EC65-4DA3-C7DA-032E77117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03293-170C-49FD-AA28-D3B1ECC97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029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070A8-6A79-9CDA-0B9E-5736E00A3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C87C4D-BB74-C96B-B24E-B287DDD597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D14751-E135-1B91-3FE9-16F95452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D92DD-771D-BAE1-6E07-34D3CDC28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0AE11-1B2A-4EB9-A44F-773292C7C37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CF7E3-F1FA-09F2-2400-4813972ED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18655-C173-6501-055D-1D9739245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03293-170C-49FD-AA28-D3B1ECC97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599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491F-15D5-7D25-6997-CC9B26CD6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846F4-BE11-4FC1-6051-E3CF71C87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CA7C1-9D9C-5293-6453-CBEF36E48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0AE11-1B2A-4EB9-A44F-773292C7C37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666F2-9162-5484-DCAB-C87975997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3E182-1DF3-9E7B-B966-FD1C66237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03293-170C-49FD-AA28-D3B1ECC97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006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45FB47-8290-706F-F826-7B5B70E55D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AB4C66-7DEF-432F-70C7-B7631DDDA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45AD8-3E97-2872-488F-F097830B8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0AE11-1B2A-4EB9-A44F-773292C7C37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3290A-3206-E089-455F-705D2D910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EA8EF-8328-DA6E-6066-4A0821CBD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03293-170C-49FD-AA28-D3B1ECC97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577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21E3C7-1B7A-4544-77CA-30075755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3970D-2119-DBD9-B665-4F20E8629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4A5EA-CA0E-0498-EFA2-4DFFF1426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0AE11-1B2A-4EB9-A44F-773292C7C374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7C1D3-CFB4-E39D-92A6-05480A9BF9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27EE9-7A65-7D73-5E65-40A444917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603293-170C-49FD-AA28-D3B1ECC97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99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896837-F6BC-4937-8DCB-CE75D08F62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055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SINGH</dc:creator>
  <cp:lastModifiedBy>SANDEEP SINGH</cp:lastModifiedBy>
  <cp:revision>1</cp:revision>
  <dcterms:created xsi:type="dcterms:W3CDTF">2026-02-04T22:17:13Z</dcterms:created>
  <dcterms:modified xsi:type="dcterms:W3CDTF">2026-02-04T22:30:05Z</dcterms:modified>
</cp:coreProperties>
</file>