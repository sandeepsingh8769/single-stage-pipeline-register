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41CC-905B-773D-CA80-8C62234C3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710C8-879D-7942-E38A-408844B75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B57-D8A9-9268-867F-E4530529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492D1-7FB3-1988-3C05-4975C1F0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077CF-C030-7792-A489-301570AB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10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C2D0-2372-094B-A184-CED32261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73DF-6591-6A5F-EFF4-55FF0A9E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A0159-43C5-C27A-64BB-DAD1F0A4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78696-D92F-A76A-3062-5CC70650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F6689-3551-99DB-DB26-CD20FB27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0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E7C1-FA21-5CB0-F9EE-33B524DF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FE4C7-1289-9195-9358-E4BF13618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F7350-E826-44DB-2D87-DFDC934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16060-3B43-0A39-9A86-0BFE5A40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88E4-CCA5-0E26-6215-FCF84BF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1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943B-256D-64BF-AEED-BF1C0E41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0576-6B20-4899-286B-36705B4F6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7C079-1363-4CCE-21D9-E2A667D5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D5C31-A8BC-1C87-4965-27486786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96EF8-B1F4-02D8-D513-547583FA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E7358-4671-C4F4-8F08-45BC6040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4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F3CC-4EB5-B2FF-9973-CFDC2B6E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C7CC-15B3-8870-3AAE-E12C3B3F5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F0DF3-D33F-0867-0E7D-ED972DC30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E2523-B5E5-C5E2-465C-23757A645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C9CAC-ED4E-9BD3-9066-EDCE5F35C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432C7-D886-B438-B0FF-31CA6338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E2D40-9154-B54C-2C3F-DAB37741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58149-C571-5A0E-FA02-1DFC439F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39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2940-ADAA-9337-77F1-DAF53F45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2EA68-E486-5161-4199-B22102EA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8D92F-A00D-DBAF-0ACA-BC39AC42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21A3C-C673-FE20-AD9D-F660A29C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6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CB54F-8E93-DF25-39D6-26A1322E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061DD-BF51-2EF9-B36D-3819F584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F8C6-F17F-5307-46A6-2782E408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4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6A127-5748-7F56-B5EB-388A66D6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8DF5-61EC-C703-8098-63BD491CA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B2863-E192-BDD0-B448-5C2FF735E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B5341-85BE-9096-B1BA-EB60DA41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0FD73-3C6B-A6EC-E4AD-42720A6E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D673C-9BCC-6218-1AB1-0C9B68F6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00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0145-1F3E-74A3-39E1-DD73FEE6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9F621-931E-96B2-92EC-3C0785EB5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032FF-7C30-E54F-0CF9-95A95649F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69A17-5226-B7BF-C100-3003F0B3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60804-FC34-3156-0E04-6EAF05EF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96D2F-64A6-8BF1-4AF8-2182A4F8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9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690D-36B3-02FA-8421-F0407C44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ACD55-A485-EA25-349C-0E421DB3A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C402F-0E05-994A-E83C-2D088B60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3CB39-2187-7915-47B3-2FA400CD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7DF1E-6E00-E1D3-866F-19704C7C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9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5AE61-1CFA-695E-60C1-3CAE81ACD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F79D1-FBA1-2C77-DBA7-23CA50422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23A0A-EF1B-785B-8AEB-0F012672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965D-738C-D2C2-4E44-50D44650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493E4-38B1-4DA3-BA74-81405804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5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695D7-6DC0-F9C6-B251-0A1C651D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31A2-923B-B7DB-D48D-C42A3366C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0CBB3-B200-6FB4-0B74-00A7F58FD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89E87-57B3-4961-AC04-BB8CFD1A5F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CE77-A601-FE48-2A0B-7C4F87251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1544E-11C2-DB38-586A-3FAC6718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00DA8-2696-4958-93ED-7A6EA1186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35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1D6A6-D2EC-10C3-4AD8-A4C45C043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3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SINGH</dc:creator>
  <cp:lastModifiedBy>SANDEEP SINGH</cp:lastModifiedBy>
  <cp:revision>1</cp:revision>
  <dcterms:created xsi:type="dcterms:W3CDTF">2026-02-04T22:18:26Z</dcterms:created>
  <dcterms:modified xsi:type="dcterms:W3CDTF">2026-02-04T22:30:43Z</dcterms:modified>
</cp:coreProperties>
</file>