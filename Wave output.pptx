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610E-AA35-4D98-0D77-63D3446D3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D966D-FDD6-BF26-E3C6-B82F95ABA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9B19A-93A7-CC11-5643-4AF05AB4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71429-4202-1AF4-9B8C-4EB7329A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3DA59-4957-9E2C-0AE4-7120481A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45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77482-A62F-E292-71D9-4F365969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51F39-3DC1-E0E0-1832-26166A182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EA02C-093D-2D6E-414F-49CEF1E81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9ADA9-A6EB-C50C-B88E-28754F99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2DC43-9ECF-E3B6-0DFB-BF040E6C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7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9A6F-4DD9-CCBC-51E2-9FAF6C89E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B9E5C-ECDD-B565-A8D5-5FAFF168E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8A358-932C-45E1-D196-9C988D52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FC43B-A721-6D7F-6A2E-9535C3E3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A1004-9AF0-F9D6-1F34-DA41AA8B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671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BCAF-CB9F-4F41-1C08-9C3E011A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727CF-2F11-BE34-45DC-6ECFB366E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080AA-5718-88C3-D7E1-04A1118A2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42A45-AEC0-5D20-E0F2-13ECA02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EE7DB-5602-0CBA-5F15-2C9FC2763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58254-F94B-CC30-84D7-EC7F4A25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90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656F-1573-9562-C5A2-3CA3D27E7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64FFC-E24C-9B9F-4A70-79BF812F6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4DD82-0265-3888-05AD-13244645D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4F1A1-8C83-C847-067A-7F595955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4E2C1-2243-28DF-FDD9-A74E1C184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1E222-1670-D8B8-6024-286C42F5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E94884-A338-D351-7042-6048DBB4D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1C3847-37D1-7D4F-A741-390DDFA4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28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0421-B39A-E656-6F1D-4F530906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9F793-0195-E038-45E5-2FFF9C404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02992-BC01-C5E7-E49A-80D593CA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9DD49-3454-1FE2-FB16-ED9B4101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80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4E9AE-9698-B867-2E86-669EA9335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D8206-8289-F22F-A3B3-87131C66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5B4D5-8EC8-5686-0720-8DC51FE0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730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DAE1-7738-D4E5-5D3B-BDE581E6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F529-B775-3F45-C04A-51F71A6A5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28027-BC37-29B2-1E32-301B29085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E8F3A-62FD-5EC4-480D-F980F3C9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5632A-98CE-EFD9-28B6-35B235F0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34DE0-0256-E1EA-2E1F-63CDDDD1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66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5ABE-D069-0792-6EF9-9D1667C1A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2648D-EF74-C6E5-1466-CE5B304BE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F520D-30DC-3AB0-759F-A8B32AAB0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EB62D-F14A-1F02-5FD5-C333CA75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386AB-C3B7-57FD-7462-7F87FA5E7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F84A4-D719-5867-C3B2-80881465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7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FDEDE-51F3-2B4B-6E65-B9FFE5CE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37E10-DFA7-E53B-1097-883E3E73A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9C96D-AB17-DF5C-81C9-B0960265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D5443-E6C9-68C6-D5DF-D7454E58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B26A8-AC64-827B-6466-B51DFE3A4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92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3BCE3-2561-B3AE-5DF6-3550EE935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DCB36-A09F-C7E6-4323-41E46F8CD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5FC09-78C7-5E74-CAE1-F3070986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FDB9D-278D-B7C8-4F36-B98C8B3E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70CDC-9067-F66B-8B1F-520F39D3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2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02916-6984-B777-2903-CA225B87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4DF8D-A36F-085B-EC6C-1D7F131FC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74991-ECAE-4629-E506-9622C67E3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7372F-5374-421A-9118-9D1FF75FAA7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3BDE2-D47D-EFEF-E70E-34F2DE93B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26B1B-947E-DA00-8F35-BAA940913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21CC3-852E-4FD7-BB49-169C09765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23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36EB0E-5689-DCD5-EFB5-1CE2D2B18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680"/>
            <a:ext cx="12192000" cy="529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99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SINGH</dc:creator>
  <cp:lastModifiedBy>SANDEEP SINGH</cp:lastModifiedBy>
  <cp:revision>1</cp:revision>
  <dcterms:created xsi:type="dcterms:W3CDTF">2026-02-04T22:32:16Z</dcterms:created>
  <dcterms:modified xsi:type="dcterms:W3CDTF">2026-02-04T22:33:12Z</dcterms:modified>
</cp:coreProperties>
</file>