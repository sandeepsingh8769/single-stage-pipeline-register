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C2AAF-85A8-7FB6-9471-1CF7B6F6F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D131F-CC54-DF07-BD3E-5BF9DD2D7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BFD05-A3FF-5FFF-5E03-DED3C6204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9A90-2335-B138-94B4-2F61F181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E62DB-3090-E94D-C84B-CA1893A5D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097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FFEB-D4FF-9228-8632-68E7120D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95D2D-15F5-4275-E0EA-4E5546FFE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8E08D-F739-B067-530D-5FB2B2C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669BF-694A-7C57-5C1D-B6CDAED01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D3F92-4622-0C52-5FDA-23ED8CF73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501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B4EC-A1EC-7492-F5AB-3FEE134D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A38DA-3C68-E17F-F404-421A43DE3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51FB4-1690-B9AF-35AA-E60A324C9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CEB9B-397A-9A9D-AA6F-24AD0516B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D2F7F-EFF6-7CF1-0C08-7A81190B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62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3445-B707-7092-99FF-361F81C6D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E8750-67C3-6309-36F6-0B994ECF6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7A11C-47F9-8457-CD1B-AE069B163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0D56F-C29A-614B-B570-72A9B7939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535C4-2ACF-53B2-4697-732FC6A5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15307-F970-C487-CC85-BE1E1A9D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614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3DFA3-6ED7-9281-1478-47545811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591BD-5EA7-FB15-34E7-BC6841A35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A5E34-3A12-4C95-36E6-94D34B4ED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A9AF9-24BC-510E-C1E2-EF2B8A5D3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113782-8B31-FCEA-B857-634E1D369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CFD5B3-8224-EC45-8C5C-8635AB6F2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A565CB-7188-89C4-FA1B-4D35AD298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1D962-83E2-3705-4CF7-95D144A0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240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83A9-0DB3-1E0A-7059-030AEB20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0BE5C-6300-A8EC-A25B-099A76EF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9A1B7-15FC-02CB-805E-08140FD2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F36B1-FDBA-8F1A-44D5-8180C34F3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582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FEB69-EDC6-95BE-A7D4-93FDC4ACD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72C7B-3B15-DF0C-90F7-6F3FD349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72685-A7D4-5818-D1F1-03EDCBDB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71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B402-07A3-5FC5-2CB7-5C453DC3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073F6-07AB-09AC-DC3E-56C7CD973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0A8F3-100F-FD52-B990-67C0A8B42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3FF69-AC78-B28E-4F3F-27926C1E8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A4370-0B91-F391-C11A-8E67001A3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1A999-52C9-2572-CE7A-CCA7FE42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75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9B67-EDAA-435A-3905-1E528A24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6EBA54-5FBF-968A-6AFE-405FC879F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D5B30-EA4D-8000-5B4C-04C4EC443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DC9F7-A341-330B-0850-005F7F8F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9ED9E-A963-8BF8-D8D9-0DCC5ED33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1D11B-0302-7DB1-9A57-FF134E9C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2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2E76-1CCF-0393-9C4C-4AF05DF2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2341E4-ABC2-7E71-95DF-3D903E496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C6AAA-E8F8-E174-B37A-A88CCDBAE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C19CD-D6E6-C647-008F-6B8DC3C1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F07C7-86F0-362F-4BD0-582654FD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662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D8BF5-C98D-E3E0-BE77-0DDB26E014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1A827B-6939-0A8F-249F-4445F5980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EF0B1-D8A5-6CA2-A399-AC6E4B84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ACB7A-3BCD-C3CC-48A9-1968A3B3C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7D424-105B-0102-B762-DB53963F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69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0D07ED-6D8F-E4D2-5C4F-FFC4B873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2B78B-5783-8FEA-6C69-7F8E4F854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0282C-8B44-CF75-591C-3D34EA8D77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D476C-DAC7-4C59-BC11-270EE0C0995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B438E-4441-966F-C58C-4BCAB1276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C59CA-B09D-83CE-4031-B756D46D1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EF019-5CB6-4F5A-91BE-908BAE71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47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ADEBB1-A558-9F18-DA26-5EE8277C0C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922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SINGH</dc:creator>
  <cp:lastModifiedBy>SANDEEP SINGH</cp:lastModifiedBy>
  <cp:revision>1</cp:revision>
  <dcterms:created xsi:type="dcterms:W3CDTF">2026-02-04T22:18:31Z</dcterms:created>
  <dcterms:modified xsi:type="dcterms:W3CDTF">2026-02-04T22:31:13Z</dcterms:modified>
</cp:coreProperties>
</file>